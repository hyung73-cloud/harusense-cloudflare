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66928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HARUSENSE · 하루센스 안내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66476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가격·재고, 다음에도</a:t>
            </a:r>
            <a:endParaRPr lang="en-US" sz="37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실시간으로 확인하세요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66476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카메라로 스캔하면 [기관명] 하루센스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페이지로 바로 연결됩니다.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26564" y="3291840"/>
            <a:ext cx="3108960" cy="3108960"/>
          </a:xfrm>
          <a:prstGeom prst="rect">
            <a:avLst/>
          </a:prstGeom>
          <a:solidFill>
            <a:srgbClr val="FAFAF8"/>
          </a:solidFill>
          <a:ln w="19050">
            <a:solidFill>
              <a:srgbClr val="B0863C"/>
            </a:solidFill>
            <a:prstDash val="dash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4700" y="3913632"/>
            <a:ext cx="932688" cy="9326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18004" y="5095037"/>
            <a:ext cx="2926080" cy="1057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부착 위치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기관별 QR 이미지를 여기에 붙여넣으세요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6583680"/>
            <a:ext cx="7562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 → 가격·재고 정보 실시간 확인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257300" y="7315200"/>
            <a:ext cx="566928" cy="566928"/>
          </a:xfrm>
          <a:prstGeom prst="ellipse">
            <a:avLst/>
          </a:prstGeom>
          <a:solidFill>
            <a:srgbClr val="B0863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701" y="746260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6364" y="7955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확인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가격·재고 바로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497580" y="7315200"/>
            <a:ext cx="566928" cy="566928"/>
          </a:xfrm>
          <a:prstGeom prst="ellipse">
            <a:avLst/>
          </a:prstGeom>
          <a:solidFill>
            <a:srgbClr val="B0863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981" y="7462601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66644" y="7955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다음에도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후 재확인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737860" y="7315200"/>
            <a:ext cx="566928" cy="566928"/>
          </a:xfrm>
          <a:prstGeom prst="ellipse">
            <a:avLst/>
          </a:prstGeom>
          <a:solidFill>
            <a:srgbClr val="B0863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261" y="7462601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06924" y="7955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보기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지인에게 공유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0" y="9464040"/>
            <a:ext cx="7562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[기관명] 가격/재고 정보 확인해보고 방문하세요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0" y="9802368"/>
            <a:ext cx="7562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harusense.com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0" y="10168128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출력 · A4 세로 그대로 인쇄해 대기실·진료실에 비치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 02 · 배부용 카드형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3241548"/>
            <a:ext cx="7562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✂  카드 크기로 잘라 접수대·진료실에 비치하거나 환자에게 배부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17804" y="3744468"/>
            <a:ext cx="6126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9284" y="4247388"/>
            <a:ext cx="2377440" cy="2377440"/>
          </a:xfrm>
          <a:prstGeom prst="rect">
            <a:avLst/>
          </a:prstGeom>
          <a:solidFill>
            <a:srgbClr val="FAFAF8"/>
          </a:solidFill>
          <a:ln w="19050">
            <a:solidFill>
              <a:srgbClr val="B0863C"/>
            </a:solidFill>
            <a:prstDash val="dash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1388" y="4722876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0724" y="5626303"/>
            <a:ext cx="2194560" cy="8083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부착 위치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기관별 QR 이미지를 여기에 붙여넣으세요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72484" y="42016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하루센스 안내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872484" y="447598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가격·재고,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다음에도 실시간 확인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872484" y="543610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가격·재고 바로 확인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 전 미리 체크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지인에게 링크 공유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72484" y="65333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harusense.com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0" y="7447788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필요하면 이 카드를 복제해 A4 한 장에 2~4개씩 인쇄하세요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 03 · SNS·블로그 공유용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09244" y="1417320"/>
            <a:ext cx="5943600" cy="594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C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9516" y="1307592"/>
            <a:ext cx="25603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307592"/>
            <a:ext cx="0" cy="256032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62572" y="1307592"/>
            <a:ext cx="-25603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62572" y="1307592"/>
            <a:ext cx="0" cy="256032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9516" y="7470648"/>
            <a:ext cx="25603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9516" y="7470648"/>
            <a:ext cx="0" cy="-256032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62572" y="7470648"/>
            <a:ext cx="-256032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62572" y="7470648"/>
            <a:ext cx="0" cy="-256032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" y="18288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하루센스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92124" y="224028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마운자로/위고비 가격 다음에도</a:t>
            </a:r>
            <a:endParaRPr lang="en-US" sz="2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확인 하세요~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500884" y="3291840"/>
            <a:ext cx="2560320" cy="2560320"/>
          </a:xfrm>
          <a:prstGeom prst="rect">
            <a:avLst/>
          </a:prstGeom>
          <a:solidFill>
            <a:srgbClr val="FAFAF8"/>
          </a:solidFill>
          <a:ln w="19050">
            <a:solidFill>
              <a:srgbClr val="B0863C"/>
            </a:solidFill>
            <a:prstDash val="dash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6996" y="3803904"/>
            <a:ext cx="768096" cy="7680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592324" y="4776826"/>
            <a:ext cx="2377440" cy="8705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부착 위치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기관별 QR 이미지를 여기에 붙여넣으세요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09244" y="60350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[기관명] 가격/재고 정보 확인해보고 방문하세요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09244" y="64008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harusense.com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0" y="7635240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정사각형 영역을 화면 캡처해 블로그·인스타그램 등에 올리세요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 안내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6476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가격·재고, 다음에도</a:t>
            </a:r>
            <a:endParaRPr lang="en-US" sz="3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확인하세요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2272284" y="2834640"/>
            <a:ext cx="3017520" cy="3017520"/>
          </a:xfrm>
          <a:prstGeom prst="rect">
            <a:avLst/>
          </a:prstGeom>
          <a:solidFill>
            <a:srgbClr val="FAFAF8"/>
          </a:solidFill>
          <a:ln w="19050">
            <a:solidFill>
              <a:srgbClr val="B0863C"/>
            </a:solidFill>
            <a:prstDash val="dash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8416" y="3438144"/>
            <a:ext cx="905256" cy="905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63724" y="4584802"/>
            <a:ext cx="2834640" cy="10259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부착 위치</a:t>
            </a:r>
            <a:endParaRPr lang="en-US" sz="1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기관별 QR 이미지를 여기에 붙여넣으세요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164" y="608076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6537960"/>
            <a:ext cx="75620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카메라로 비추면 우리 기관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070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하루센스 페이지로 바로 연결됩니다.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0" y="7406640"/>
            <a:ext cx="7562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2E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[기관명] 가격/재고 정보 확인해보고 방문하세요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0" y="7818120"/>
            <a:ext cx="7562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086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harusense.com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0" y="10058400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병·의원·약국 공용 양식 · [기관명]만 바꿔 그대로 사용하세요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HaruSense</dc:creator>
  <cp:lastModifiedBy>HaruSense</cp:lastModifiedBy>
  <cp:revision>1</cp:revision>
  <dcterms:created xsi:type="dcterms:W3CDTF">2026-06-05T02:00:48Z</dcterms:created>
  <dcterms:modified xsi:type="dcterms:W3CDTF">2026-06-05T02:00:48Z</dcterms:modified>
</cp:coreProperties>
</file>