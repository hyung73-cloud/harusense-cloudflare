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66928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 · 하루센스 안내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6647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한 번이면,</a:t>
            </a:r>
            <a:endParaRPr lang="en-US" sz="3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만날 수 있어요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6647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스캔하면 [기관명] 하루센스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페이지로 바로 연결됩니다.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26564" y="3291840"/>
            <a:ext cx="3108960" cy="310896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4700" y="3913632"/>
            <a:ext cx="932688" cy="932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18004" y="5095037"/>
            <a:ext cx="2926080" cy="1057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658368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→ 진료·가격 정보 바로 보기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57300" y="7315200"/>
            <a:ext cx="566928" cy="566928"/>
          </a:xfrm>
          <a:prstGeom prst="ellipse">
            <a:avLst/>
          </a:prstGeom>
          <a:solidFill>
            <a:srgbClr val="B086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01" y="74626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" y="7955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찾기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진료·가격 재확인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97580" y="7315200"/>
            <a:ext cx="566928" cy="566928"/>
          </a:xfrm>
          <a:prstGeom prst="ellipse">
            <a:avLst/>
          </a:prstGeom>
          <a:solidFill>
            <a:srgbClr val="B086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81" y="746260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66644" y="7955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보기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지인에게 공유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737860" y="7315200"/>
            <a:ext cx="566928" cy="566928"/>
          </a:xfrm>
          <a:prstGeom prst="ellipse">
            <a:avLst/>
          </a:prstGeom>
          <a:solidFill>
            <a:srgbClr val="B0863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261" y="746260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6924" y="7955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후기 남기기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상세페이지에 반응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0" y="9646920"/>
            <a:ext cx="7562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0" y="1001268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출력 · A4 세로 그대로 인쇄해 대기실·진료실에 비치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02 · 배부용 카드형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3241548"/>
            <a:ext cx="7562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✂  카드 크기로 잘라 접수대·진료실에 비치하거나 환자에게 배부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7804" y="3744468"/>
            <a:ext cx="6126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9284" y="4247388"/>
            <a:ext cx="2377440" cy="237744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1388" y="4722876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0724" y="5626303"/>
            <a:ext cx="2194560" cy="8083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72484" y="42473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하루센스 안내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72484" y="45217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찾고, 공유하고,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후기 남기세요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872484" y="54361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진료·가격 정보 다시 확인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가족·지인에게 링크 공유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진료에 후기 남기기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72484" y="65333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7447788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필요하면 이 카드를 복제해 A4 한 장에 2~4개씩 인쇄하세요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03 · SNS·블로그 공유용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09244" y="1463040"/>
            <a:ext cx="594360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516" y="1353312"/>
            <a:ext cx="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353312"/>
            <a:ext cx="0" cy="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62572" y="1353312"/>
            <a:ext cx="-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62572" y="1353312"/>
            <a:ext cx="0" cy="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" y="7516368"/>
            <a:ext cx="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" y="7516368"/>
            <a:ext cx="0" cy="-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62572" y="7516368"/>
            <a:ext cx="-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62572" y="7516368"/>
            <a:ext cx="0" cy="-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하루센스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" y="2331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스캔하면 바로 연결돼요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2455164" y="3063240"/>
            <a:ext cx="2651760" cy="265176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3593592"/>
            <a:ext cx="795528" cy="7955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546604" y="4601261"/>
            <a:ext cx="2468880" cy="901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9244" y="5989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[기관명] · 진료·가격 정보와 후기 한눈에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9244" y="6355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0" y="768096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정사각형 영역을 화면 캡처해 블로그·인스타그램 등에 올리세요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안내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600200"/>
            <a:ext cx="7562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QR을 스캔해 주세요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135124" y="2697480"/>
            <a:ext cx="3291840" cy="329184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7268" y="3355848"/>
            <a:ext cx="987552" cy="987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26564" y="4606747"/>
            <a:ext cx="3108960" cy="1119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63550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812280"/>
            <a:ext cx="7562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비추면 우리 기관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하루센스 페이지로 바로 연결됩니다.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0" y="768096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0" y="1001268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병·의원·약국 공용 양식 · [기관명]만 바꿔 그대로 사용하세요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HaruSense</dc:creator>
  <cp:lastModifiedBy>HaruSense</cp:lastModifiedBy>
  <cp:revision>1</cp:revision>
  <dcterms:created xsi:type="dcterms:W3CDTF">2026-06-04T23:25:47Z</dcterms:created>
  <dcterms:modified xsi:type="dcterms:W3CDTF">2026-06-04T23:25:47Z</dcterms:modified>
</cp:coreProperties>
</file>